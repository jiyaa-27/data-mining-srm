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DM Sans" pitchFamily="2" charset="0"/>
      <p:regular r:id="rId9"/>
      <p:bold r:id="rId10"/>
    </p:embeddedFont>
    <p:embeddedFont>
      <p:font typeface="PT Serif" panose="020A0603040505020204" pitchFamily="18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59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4276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Cluster Analysis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793790" y="41271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Partitioning Methods &amp; Hierarchical Clustering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752856"/>
            <a:ext cx="1375410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9878" y="4820841"/>
            <a:ext cx="11032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MINING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426256" y="4820841"/>
            <a:ext cx="169425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dirty="0"/>
              <a:t>JIYA CHAUDHARY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2400" dirty="0"/>
              <a:t>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2400" dirty="0"/>
              <a:t>RA2311003030560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2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2400" dirty="0"/>
              <a:t>BTECH CSE CORE I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51" y="154067"/>
            <a:ext cx="5280898" cy="7921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376" y="580906"/>
            <a:ext cx="6084808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Cluster Analysis?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19376" y="1534716"/>
            <a:ext cx="770524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analysis groups </a:t>
            </a: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 data points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together — objects in the same cluster are more alike to each other than to those in other clusters. No labels required.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376" y="2684740"/>
            <a:ext cx="411123" cy="4111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9376" y="3328630"/>
            <a:ext cx="2909292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Customer Segmentation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719376" y="3777496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 customers by behaviour or preferences for targeted marketing.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76" y="4463534"/>
            <a:ext cx="411123" cy="4111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376" y="5107424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Processing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719376" y="5556290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 pixels to identify regions or compress images.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376" y="6242328"/>
            <a:ext cx="411123" cy="4111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9376" y="6886218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Pattern Recognition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719376" y="7335083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 hidden structures in complex datasets.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7921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Partitioning Methods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402449" y="864632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Partitioning methods divide data into </a:t>
            </a: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 distinct clusters</a:t>
            </a: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where each object belongs to </a:t>
            </a:r>
            <a:r>
              <a:rPr lang="en-US" sz="8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exactly one cluster</a:t>
            </a: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number of clusters, K, must be specified in advance.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733" y="1200507"/>
            <a:ext cx="7480816" cy="2932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53878" y="1344329"/>
            <a:ext cx="1369408" cy="69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Assign to Nearest Centroid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506860" y="1344329"/>
            <a:ext cx="1369409" cy="46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Recalculate Centroids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506860" y="3527068"/>
            <a:ext cx="1369409" cy="46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Check for Convergence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753878" y="3527068"/>
            <a:ext cx="1369408" cy="46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Repeat Until Stable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402449" y="4196834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K-Means algorithm repeats these steps until cluster assignments stabilise — a fast, iterative approach well-suited to large datasets.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02449" y="5323165"/>
            <a:ext cx="2559010" cy="772001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87209" y="5323165"/>
            <a:ext cx="60960" cy="772001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76757" y="5451753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Requires K in Advance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576757" y="5694402"/>
            <a:ext cx="225611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must decide the number of clusters before running the algorithm.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402449" y="6151840"/>
            <a:ext cx="2559010" cy="772001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387209" y="6151840"/>
            <a:ext cx="60960" cy="772001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576757" y="6280428"/>
            <a:ext cx="1488519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Iterative Refinement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576757" y="6523077"/>
            <a:ext cx="225611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Centroids shift with each iteration until the solution converges.</a:t>
            </a:r>
            <a:endParaRPr lang="en-US" sz="8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781" y="4460319"/>
            <a:ext cx="4989671" cy="3326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09945"/>
            <a:ext cx="4505325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Hierarchical Clustering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68291" y="1301115"/>
            <a:ext cx="1149369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Hierarchical clustering builds a </a:t>
            </a: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tree-like structure called a dendrogram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revealing how clusters merge or split at different levels — </a:t>
            </a: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need to pre-specify K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291" y="2038350"/>
            <a:ext cx="5543669" cy="554366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291" y="2038350"/>
            <a:ext cx="5543669" cy="55436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25822" y="3292197"/>
            <a:ext cx="218622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Two Approaches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525822" y="3702963"/>
            <a:ext cx="2710696" cy="1653064"/>
          </a:xfrm>
          <a:prstGeom prst="roundRect">
            <a:avLst>
              <a:gd name="adj" fmla="val 151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692390" y="3869531"/>
            <a:ext cx="218622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Agglomerative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692390" y="4265057"/>
            <a:ext cx="2377559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Bottom-Up: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Start with individual points and merge the closest clusters step by step.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358795" y="3702963"/>
            <a:ext cx="2710696" cy="1653064"/>
          </a:xfrm>
          <a:prstGeom prst="roundRect">
            <a:avLst>
              <a:gd name="adj" fmla="val 151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0525363" y="3869531"/>
            <a:ext cx="218622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Divisive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0525363" y="4265057"/>
            <a:ext cx="2377559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Top-Down: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Start with one big cluster and split it recursively.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525822" y="5493544"/>
            <a:ext cx="5543669" cy="819269"/>
          </a:xfrm>
          <a:prstGeom prst="roundRect">
            <a:avLst>
              <a:gd name="adj" fmla="val 305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390" y="5723453"/>
            <a:ext cx="208121" cy="1665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67080" y="5657374"/>
            <a:ext cx="4835843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Cut the dendrogram at any height to obtain the desired number of clusters.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09945"/>
            <a:ext cx="5002054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Agglomerative vs Divisive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68291" y="1301115"/>
            <a:ext cx="11493698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methods produce a dendrogram but work in opposite directions. </a:t>
            </a:r>
            <a:r>
              <a:rPr lang="en-US" sz="13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Agglomerative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far more common in practice due to its simplicity and efficiency.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291" y="2038350"/>
            <a:ext cx="5543669" cy="554366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291" y="2038350"/>
            <a:ext cx="5543669" cy="554366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525822" y="3297793"/>
            <a:ext cx="2710696" cy="3024664"/>
          </a:xfrm>
          <a:prstGeom prst="roundRect">
            <a:avLst>
              <a:gd name="adj" fmla="val 404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502962" y="3297793"/>
            <a:ext cx="91440" cy="3024664"/>
          </a:xfrm>
          <a:prstGeom prst="roundRect">
            <a:avLst>
              <a:gd name="adj" fmla="val 2732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83830" y="3487222"/>
            <a:ext cx="2263259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Agglomerative — Bottom-Up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783830" y="4155996"/>
            <a:ext cx="2263259" cy="1977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each point as its own cluster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the two closest clusters at each step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Continue until one cluster remains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commonly used in practice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358795" y="3297793"/>
            <a:ext cx="2710696" cy="3024664"/>
          </a:xfrm>
          <a:prstGeom prst="roundRect">
            <a:avLst>
              <a:gd name="adj" fmla="val 404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0335935" y="3297793"/>
            <a:ext cx="91440" cy="3024664"/>
          </a:xfrm>
          <a:prstGeom prst="roundRect">
            <a:avLst>
              <a:gd name="adj" fmla="val 2732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0616803" y="3487222"/>
            <a:ext cx="218622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Divisive — Top-Down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0616803" y="3882747"/>
            <a:ext cx="2263259" cy="1977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with all points in one cluster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the least cohesive cluster at each step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Continue until each point is alone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Computationally more expensive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179" y="148709"/>
            <a:ext cx="5288042" cy="7932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611" y="578644"/>
            <a:ext cx="5716429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Comparison &amp; Summary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694611" y="1490305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Choose the right method based on your dataset size and analytical goals.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4611" y="1983224"/>
            <a:ext cx="7754779" cy="4398645"/>
          </a:xfrm>
          <a:prstGeom prst="roundRect">
            <a:avLst>
              <a:gd name="adj" fmla="val 67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94611" y="1983224"/>
            <a:ext cx="7754779" cy="2199323"/>
          </a:xfrm>
          <a:prstGeom prst="roundRect">
            <a:avLst>
              <a:gd name="adj" fmla="val 135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92969" y="218158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Partitioning Methods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892969" y="2611398"/>
            <a:ext cx="7358063" cy="1372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and scalable for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datasets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K to be specified upfront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flat, non-overlapping clusters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 Customer segmentation, quick clustering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4611" y="4182547"/>
            <a:ext cx="7754779" cy="2199323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4611" y="4182547"/>
            <a:ext cx="7754779" cy="22860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92969" y="4380905"/>
            <a:ext cx="268343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Hierarchical Clustering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892969" y="4810720"/>
            <a:ext cx="7358063" cy="1372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Flexible — </a:t>
            </a: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K required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advance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Reveals detailed cluster structure via dendrogram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Computationally heavier for large datasets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 Exploratory analysis, small-to-medium data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94611" y="6577132"/>
            <a:ext cx="7754779" cy="1073825"/>
          </a:xfrm>
          <a:prstGeom prst="roundRect">
            <a:avLst>
              <a:gd name="adj" fmla="val 2772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6864787"/>
            <a:ext cx="248007" cy="1983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39334" y="6800255"/>
            <a:ext cx="691169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Takeaway:</a:t>
            </a:r>
            <a:r>
              <a:rPr lang="en-US" sz="1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Use partitioning for speed and scale; use hierarchical when you need to understand the relationships between clusters.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434</Words>
  <Application>Microsoft Office PowerPoint</Application>
  <PresentationFormat>Custom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DM Sans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lastModifiedBy>jiya chaudhary</cp:lastModifiedBy>
  <cp:revision>2</cp:revision>
  <dcterms:created xsi:type="dcterms:W3CDTF">2026-04-15T06:53:21Z</dcterms:created>
  <dcterms:modified xsi:type="dcterms:W3CDTF">2026-04-15T07:05:03Z</dcterms:modified>
</cp:coreProperties>
</file>