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DM Sans" pitchFamily="2" charset="0"/>
      <p:regular r:id="rId9"/>
      <p:bold r:id="rId10"/>
    </p:embeddedFont>
    <p:embeddedFont>
      <p:font typeface="PT Serif" panose="020A0603040505020204" pitchFamily="18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150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12336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Outlier Analysis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6280190" y="32077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Introduction, Challenges &amp; Detection Methods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50093" y="3944244"/>
            <a:ext cx="32059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80190" y="450723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JIYA CHAUDHARY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512528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RA2311003030560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574333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BTECH CSE CORE 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536496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Are Outliers?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14" y="1429464"/>
            <a:ext cx="7484507" cy="49896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53193" y="3448050"/>
            <a:ext cx="38385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Outliers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are data points that </a:t>
            </a:r>
            <a:r>
              <a:rPr lang="en-US" sz="13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significantly differ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from the majority of observations in a dataset. They are not merely noise — they often carry critical information.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446014" y="6706076"/>
            <a:ext cx="3827740" cy="986909"/>
          </a:xfrm>
          <a:prstGeom prst="roundRect">
            <a:avLst>
              <a:gd name="adj" fmla="val 1111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23154" y="6706076"/>
            <a:ext cx="91440" cy="986909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707475" y="6898958"/>
            <a:ext cx="2232779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⚠️</a:t>
            </a: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Data Errors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707475" y="7261979"/>
            <a:ext cx="33733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Mistakes in collection or entry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01270" y="6706076"/>
            <a:ext cx="3827740" cy="986909"/>
          </a:xfrm>
          <a:prstGeom prst="roundRect">
            <a:avLst>
              <a:gd name="adj" fmla="val 1111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378410" y="6706076"/>
            <a:ext cx="91440" cy="986909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2732" y="6898958"/>
            <a:ext cx="2232779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🔍</a:t>
            </a: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Rare Events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662732" y="7261979"/>
            <a:ext cx="33733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Fraud, intrusions, medical anomalies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356527" y="6706076"/>
            <a:ext cx="3827740" cy="986909"/>
          </a:xfrm>
          <a:prstGeom prst="roundRect">
            <a:avLst>
              <a:gd name="adj" fmla="val 1111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9333667" y="6706076"/>
            <a:ext cx="91440" cy="986909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617988" y="6898958"/>
            <a:ext cx="2232779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💡</a:t>
            </a: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Key Insights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617988" y="7261979"/>
            <a:ext cx="337339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Signals worth investigating further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2868"/>
            <a:ext cx="861417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Challenges in Detecting Outliers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24075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Outlier detection is far from straightforward. Real-world data introduces several complications that make identifying true anomalies a nuanced task.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21712"/>
            <a:ext cx="4196358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0604" y="34485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Defining "Normal"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20604" y="395668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Boundary between normal and abnormal is often ambiguous and context-dependent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221712"/>
            <a:ext cx="4196358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43776" y="34485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 Dimensionality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43776" y="395668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Curse of dimensionality obscures distance-based signals in complex datasets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221712"/>
            <a:ext cx="4196358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66948" y="34485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Noise vs. Outliers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866948" y="395668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Distinguishing random noise from genuine anomalies is inherently difficult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499021"/>
            <a:ext cx="6407944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0604" y="57258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Lack of Labels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20604" y="623399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Annotated outlier datasets are rare and expensive to produce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499021"/>
            <a:ext cx="6407944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55362" y="57258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Evolving Patterns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655362" y="623399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distributions shift over time, making static models unreliable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453271"/>
            <a:ext cx="7027188" cy="534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Outlier Detection: Three Approaches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690568" y="1222415"/>
            <a:ext cx="11249144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choice of detection method depends primarily on </a:t>
            </a:r>
            <a:r>
              <a:rPr lang="en-US" sz="12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much labeled data</a:t>
            </a: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available. Each approach has distinct strengths and use cases.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599" y="1578293"/>
            <a:ext cx="6563082" cy="5618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03301" y="3254548"/>
            <a:ext cx="2657521" cy="332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Supervised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8003072" y="3063319"/>
            <a:ext cx="2204758" cy="332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Semi‑Supervised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911943" y="5695530"/>
            <a:ext cx="1912290" cy="332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Unsupervised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1690568" y="7328178"/>
            <a:ext cx="11249144" cy="448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Supervised methods offer the highest accuracy when labels exist. Semi-supervised methods bridge the gap when only normal examples are available. Unsupervised methods are the most flexible, requiring no prior labels at all.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496729"/>
            <a:ext cx="7473791" cy="52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Supervised &amp; Semi-Supervised Methods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1812846" y="1314212"/>
            <a:ext cx="3598664" cy="3090267"/>
          </a:xfrm>
          <a:prstGeom prst="roundRect">
            <a:avLst>
              <a:gd name="adj" fmla="val 77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35706" y="1337072"/>
            <a:ext cx="637937" cy="3044547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35016" y="2709863"/>
            <a:ext cx="23919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2585680" y="1496497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Supervised Methods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85680" y="1870115"/>
            <a:ext cx="2643545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Trained on </a:t>
            </a: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labeled data</a:t>
            </a: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containing both normal points and known outliers. Classification models learn the boundary directly.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85680" y="2840117"/>
            <a:ext cx="2643545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accuracy when labels are reliable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Requires a representative labeled dataset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 SVM, Decision Trees, Neural Networks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812846" y="4516517"/>
            <a:ext cx="3598664" cy="3090267"/>
          </a:xfrm>
          <a:prstGeom prst="roundRect">
            <a:avLst>
              <a:gd name="adj" fmla="val 77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35706" y="4539377"/>
            <a:ext cx="637937" cy="3044547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35016" y="5912168"/>
            <a:ext cx="23919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2585680" y="4698802"/>
            <a:ext cx="2432090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Semi-Supervised Methods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85680" y="5072420"/>
            <a:ext cx="2643545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Trained </a:t>
            </a:r>
            <a:r>
              <a:rPr lang="en-US" sz="12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on normal data</a:t>
            </a: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Anything deviating significantly from the learned normal profile is flagged as an outlier.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85680" y="6042422"/>
            <a:ext cx="2643545" cy="138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Ideal when outliers are rare or unknown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the "normal" class in depth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 One-Class SVM, Autoencoders</a:t>
            </a:r>
            <a:endParaRPr lang="en-US" sz="12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226" y="2361009"/>
            <a:ext cx="5821323" cy="388084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808226" y="6367939"/>
            <a:ext cx="70167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31495"/>
            <a:ext cx="8257223" cy="56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Unsupervised Methods &amp; Key Takeaways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37" y="1450300"/>
            <a:ext cx="7640479" cy="5093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95460" y="2777966"/>
            <a:ext cx="2653189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🔹</a:t>
            </a:r>
            <a:r>
              <a:rPr lang="en-US" sz="1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Unsupervised Methods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395460" y="3195638"/>
            <a:ext cx="391858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 </a:t>
            </a:r>
            <a:r>
              <a:rPr lang="en-US" sz="13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labeled data</a:t>
            </a: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Outliers are identified through structural properties of the data itself.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9395460" y="3835718"/>
            <a:ext cx="3918585" cy="1363742"/>
          </a:xfrm>
          <a:prstGeom prst="roundRect">
            <a:avLst>
              <a:gd name="adj" fmla="val 191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053" y="4083606"/>
            <a:ext cx="217051" cy="1735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59697" y="4011930"/>
            <a:ext cx="318075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Takeaway:</a:t>
            </a:r>
            <a:r>
              <a:rPr lang="en-US" sz="13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right method depends on your data — labels, dimensionality, and domain context all matter.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8864" y="6848296"/>
            <a:ext cx="260390" cy="2603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87974" y="6842998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Distance-Based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887974" y="7207568"/>
            <a:ext cx="3319224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Points far from neighbors are flagged (e.g., k-NN, LOF)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8418" y="6848296"/>
            <a:ext cx="260390" cy="2603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937528" y="6842998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Density-Based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5937528" y="7207568"/>
            <a:ext cx="3319343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Low-density regions indicate anomalies (e.g., DBSCAN)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8091" y="6848296"/>
            <a:ext cx="260390" cy="26039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987201" y="6842998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Clustering-Based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9987201" y="7207568"/>
            <a:ext cx="3319343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Points outside all clusters are treated as outliers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406</Words>
  <Application>Microsoft Office PowerPoint</Application>
  <PresentationFormat>Custom</PresentationFormat>
  <Paragraphs>60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DM Sans</vt:lpstr>
      <vt:lpstr>Arial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lastModifiedBy>jiya chaudhary</cp:lastModifiedBy>
  <cp:revision>2</cp:revision>
  <dcterms:created xsi:type="dcterms:W3CDTF">2026-04-15T07:02:33Z</dcterms:created>
  <dcterms:modified xsi:type="dcterms:W3CDTF">2026-04-15T07:05:55Z</dcterms:modified>
</cp:coreProperties>
</file>